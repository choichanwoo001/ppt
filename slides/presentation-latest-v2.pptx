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69949-9dxwaib38e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71235-sqx9iaeku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72994-y4c26t2qfu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74492-h7m2ykccb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76002-4b0yxahbu4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77159-xpxlqznrd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78581-7kwausjas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80231-00uj0ct2vy2a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81854-pexgogsqw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83336-aiokbuzsmt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84322-83lgsgu89e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86054-d03kvcwdg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87915-ulpoybmkb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89245-iq05t8hz2w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90431-7ouecr1r2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92165-ydmqc51ntb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93448-03rr9ianug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462995043-uzrc62xlib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2026-06-03T05:03:15Z</dcterms:created>
  <dcterms:modified xsi:type="dcterms:W3CDTF">2026-06-03T05:03:15Z</dcterms:modified>
</cp:coreProperties>
</file>