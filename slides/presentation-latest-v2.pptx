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\tmp\slide-1780387229108-cvkocm38i1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\tmp\slide-1780387230058-nuwbk5wtsb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\tmp\slide-1780387231207-wyq031qak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\tmp\slide-1780387233508-fnld1zo9zv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\tmp\slide-1780387234619-4gr2hvrcio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\tmp\slide-1780387235703-uiapqsqog0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\tmp\slide-1780387236923-0iirmk8sar5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\tmp\slide-1780387238029-n6373zunpc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\tmp\slide-1780387239168-klqcgakbb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\tmp\slide-1780387240341-a8sns15rb5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\tmp\slide-1780387241411-5brkb4m6lq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\tmp\slide-1780387242573-4ofgnoq6ioq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\tmp\slide-1780387243686-iki49qw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\tmp\slide-1780387244817-sp1yq6rz37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\tmp\slide-1780387246073-27o4ifrttv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\tmp\slide-1780387247186-nhptvyuezi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\tmp\slide-1780387248306-zfshiye1f6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\tmp\slide-1780387249396-3cktb9481b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2026-06-02T08:00:49Z</dcterms:created>
  <dcterms:modified xsi:type="dcterms:W3CDTF">2026-06-02T08:00:49Z</dcterms:modified>
</cp:coreProperties>
</file>