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10336-v6zijg3ek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11273-n63nd4qcu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13425-3gduoy2m58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15155-vk02ljk9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17165-4pt1kxd9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18370-ip8aqfes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20095-k2111l106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21944-ofmiay6kc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27044-irx8jodb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29308-x21g9nrxo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32010-irp42jkz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38787-37wqq085m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40269-fthd08ba9q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42093-ke7l7kh6y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43514-5wj07qck1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44897-uulhgvgi9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46112-hjljqiuf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462947695-6ylff3m6x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2026-06-03T05:02:27Z</dcterms:created>
  <dcterms:modified xsi:type="dcterms:W3CDTF">2026-06-03T05:02:27Z</dcterms:modified>
</cp:coreProperties>
</file>