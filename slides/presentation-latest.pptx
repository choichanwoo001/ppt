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19318-v1a9u59i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20287-h9l3sayxhu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21470-2l5538wyn9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23844-r3cl870u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24893-wzi8gf19d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26142-r1xtm9406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27283-qt96uumjy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28594-nc73b76g4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29814-q1t1584uq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31034-0qc6px75cl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31966-c3k8gfchfa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33210-sgddh0opas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34397-kag8bvz79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35574-o18yqwjx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36741-mx4u1hh04z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37784-vhkyyi8ktz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38803-b4qutk3t06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\tmp\slide-1780386939919-setxkm8h8t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2026-06-02T07:55:40Z</dcterms:created>
  <dcterms:modified xsi:type="dcterms:W3CDTF">2026-06-02T07:55:40Z</dcterms:modified>
</cp:coreProperties>
</file>