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0229746263-82r6z6tw4x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0229748642-motultoaad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0229750507-r8s13o3kv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0229755339-yd9uh24bk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0229757693-ws02exhgd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0229760145-q2kfgirvm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0229761752-1dwntjwsho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0229765017-ecz9g8wg3c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0229766645-jlxi99zgj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0229768334-v1m5w0ldv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0229769798-k5r40ub11uj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0229772466-nk1hea0bm5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0229774103-6pns1pzra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0229777875-jj52sxay0j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0229779783-abovp20pfn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0229782518-nlg2c63hb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0229784180-awtrqf1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0229786033-60x3tt2wjj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0229788051-sehcizect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0229790150-6za29lvo48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\tmp\slide-1780229792798-3nkoi34urs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2026-05-31T12:16:33Z</dcterms:created>
  <dcterms:modified xsi:type="dcterms:W3CDTF">2026-05-31T12:16:33Z</dcterms:modified>
</cp:coreProperties>
</file>