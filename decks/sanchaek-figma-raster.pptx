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94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hanwoo\AppData\Local\Temp\sanchaek-figma-7f6iUB\slide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화면 슬라이드 쇼(16:9)</PresentationFormat>
  <Paragraphs>21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slides-grab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Sanchaek Figma Export</dc:title>
  <dc:subject>Figma raster import deck</dc:subject>
  <dc:creator>slides-grab</dc:creator>
  <cp:lastModifiedBy>최찬우</cp:lastModifiedBy>
  <cp:revision>1</cp:revision>
  <dcterms:created xsi:type="dcterms:W3CDTF">2026-06-01T12:55:40Z</dcterms:created>
  <dcterms:modified xsi:type="dcterms:W3CDTF">2026-06-01T12:56:49Z</dcterms:modified>
</cp:coreProperties>
</file>