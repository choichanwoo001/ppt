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6157-g6g3iye9c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6506-w4cigc98t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6837-fcv9c76tl5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7203-3jfk6mp60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7592-owff36wh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8057-8o7a2kx4w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8512-amwd1skx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9032-znj7opwk5k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89537-9bc7d5df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0003-uoft9peih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0498-z7vyl1gz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0997-eqmsaq3scx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1524-k8svxmlko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2038-zmzk001a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2537-q8rqcqn2x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3038-6annsmg64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3592-s4vbex19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4124-vi108t2r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4592-4x20ezazvv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Documents\slides-grab\slides\tmp\slide-1779970895087-qzxw0ficq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2026-05-28T12:21:35Z</dcterms:created>
  <dcterms:modified xsi:type="dcterms:W3CDTF">2026-05-28T12:21:35Z</dcterms:modified>
</cp:coreProperties>
</file>